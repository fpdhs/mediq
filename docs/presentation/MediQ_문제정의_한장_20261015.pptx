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053e7216c244e7" /><Relationship Type="http://schemas.openxmlformats.org/officeDocument/2006/relationships/extended-properties" Target="/docProps/app.xml" Id="R4ee3b32e5d754fa3" /><Relationship Type="http://schemas.openxmlformats.org/officeDocument/2006/relationships/officeDocument" Target="/ppt/presentation.xml" Id="Rf669f49fd3824f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14a93397d04be5"/>
  </p:sldMasterIdLst>
  <p:notesMasterIdLst>
    <p:notesMasterId xmlns:r="http://schemas.openxmlformats.org/officeDocument/2006/relationships" r:id="R86dcb5c3e37d43f0"/>
  </p:notesMasterIdLst>
  <p:sldIdLst>
    <p:sldId xmlns:r="http://schemas.openxmlformats.org/officeDocument/2006/relationships" id="256" r:id="Rce2869ac57b241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a89694d9ea49c2" /><Relationship Type="http://schemas.openxmlformats.org/officeDocument/2006/relationships/slideMaster" Target="/ppt/slideMasters/slideMaster1.xml" Id="R9114a93397d04be5" /><Relationship Type="http://schemas.openxmlformats.org/officeDocument/2006/relationships/notesMaster" Target="/ppt/notesMasters/notesMaster1.xml" Id="R86dcb5c3e37d43f0" /><Relationship Type="http://schemas.openxmlformats.org/officeDocument/2006/relationships/presProps" Target="/ppt/presProps.xml" Id="R3b8f10b70210456d" /><Relationship Type="http://schemas.openxmlformats.org/officeDocument/2006/relationships/tableStyles" Target="/ppt/tableStyles.xml" Id="R9184385194bf49d1" /><Relationship Type="http://schemas.openxmlformats.org/officeDocument/2006/relationships/slide" Target="/ppt/slides/slide1.xml" Id="Rce2869ac57b2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9ca565736445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e3aa89af14417" /><Relationship Type="http://schemas.openxmlformats.org/officeDocument/2006/relationships/notesMaster" Target="/ppt/notesMasters/notesMaster1.xml" Id="R2741933bd2d84a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문제정의는 기존 CD 발급·이동·등록 절차의 부담을 환자가 직접 잇는 구조로 표현했습니다.</a:t>
            </a:r>
          </a:p>
          <a:p xmlns:a="http://schemas.openxmlformats.org/drawingml/2006/main">
            <a:r>
              <a:t>근거: docs/baseline/CAPSTONE-MVP-BOUNDARY.md §1 및 §8; docs/requirements/highpass-v3-requirements-definition.md V3-BR-002; docs/REQUIREMENTS.md 범위 원칙.</a:t>
            </a:r>
          </a:p>
          <a:p xmlns:a="http://schemas.openxmlformats.org/drawingml/2006/main">
            <a:r>
              <a:t>수치나 측정된 지연·재촬영 감소 주장은 사용하지 않았습니다. 삽화는 생성형 콘셉트 이미지이며 실제 환자·병원 장면이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6a919e0df4f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14344bad0a42c2" /><Relationship Type="http://schemas.openxmlformats.org/officeDocument/2006/relationships/slideLayout" Target="/ppt/slideLayouts/slideLayout1.xml" Id="R4c4fbd06c36e49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4fbd06c36e49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2e2065f444b3b" /><Relationship Type="http://schemas.openxmlformats.org/officeDocument/2006/relationships/image" Target="/ppt/media/image.png" Id="R9d154017a6c44d84" /><Relationship Type="http://schemas.openxmlformats.org/officeDocument/2006/relationships/notesSlide" Target="/ppt/notesSlides/notesSlide1.xml" Id="Rea88b1cda77441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54017a6c44d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AC18A9D8-ACD1-4EBE-81AC-3CF71E9C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90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C4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9DC4FF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3" name="problem-title-line-1">
            <a:extLst xmlns:a="http://schemas.openxmlformats.org/drawingml/2006/main">
              <a:ext uri="{FF2B5EF4-FFF2-40B4-BE49-F238E27FC236}">
                <a16:creationId xmlns:a16="http://schemas.microsoft.com/office/drawing/2014/main" id="{6089A4BE-AD4C-4FF0-8E69-5FC1754E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환자가 영상 전달의</a:t>
            </a:r>
          </a:p>
        </p:txBody>
      </p:sp>
      <p:sp>
        <p:nvSpPr>
          <p:cNvPr id="4" name="problem-title-line-2">
            <a:extLst xmlns:a="http://schemas.openxmlformats.org/drawingml/2006/main">
              <a:ext uri="{FF2B5EF4-FFF2-40B4-BE49-F238E27FC236}">
                <a16:creationId xmlns:a16="http://schemas.microsoft.com/office/drawing/2014/main" id="{E9BC3301-E4BE-46FA-A2B8-88629635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연결고리</a:t>
            </a:r>
            <a:r>
              <a:rPr sz="4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 되는 구조</a:t>
            </a:r>
          </a:p>
        </p:txBody>
      </p:sp>
      <p:sp>
        <p:nvSpPr>
          <p:cNvPr id="5" name="problem-description">
            <a:extLst xmlns:a="http://schemas.openxmlformats.org/drawingml/2006/main">
              <a:ext uri="{FF2B5EF4-FFF2-40B4-BE49-F238E27FC236}">
                <a16:creationId xmlns:a16="http://schemas.microsoft.com/office/drawing/2014/main" id="{9147E67B-D1AA-479C-B0DD-3ABC981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286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2EAF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E2EAF4"/>
                </a:solidFill>
                <a:latin typeface="Noto Sans KR"/>
                <a:ea typeface="Noto Sans KR"/>
                <a:cs typeface="Noto Sans KR"/>
              </a:rPr>
              <a:t>CD 발급부터 수신 병원 등록까지,</a:t>
            </a:r>
          </a:p>
          <a:p xmlns:a="http://schemas.openxmlformats.org/drawingml/2006/main">
            <a:pPr>
              <a:defRPr sz="1800" b="0">
                <a:solidFill>
                  <a:srgbClr val="E2EAF4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E2EAF4"/>
                </a:solidFill>
                <a:latin typeface="Noto Sans KR"/>
                <a:ea typeface="Noto Sans KR"/>
                <a:cs typeface="Noto Sans KR"/>
              </a:rPr>
              <a:t>환자가 직접 전달 절차를 이어야 합니다.</a:t>
            </a:r>
          </a:p>
        </p:txBody>
      </p:sp>
      <p:sp>
        <p:nvSpPr>
          <p:cNvPr id="6" name="illustration-disclosure">
            <a:extLst xmlns:a="http://schemas.openxmlformats.org/drawingml/2006/main">
              <a:ext uri="{FF2B5EF4-FFF2-40B4-BE49-F238E27FC236}">
                <a16:creationId xmlns:a16="http://schemas.microsoft.com/office/drawing/2014/main" id="{E5D20A56-3A1A-4BB6-8339-C5474649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29375"/>
            <a:ext cx="309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3DFE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D3DFED"/>
                </a:solidFill>
                <a:latin typeface="Noto Sans KR"/>
                <a:ea typeface="Noto Sans KR"/>
                <a:cs typeface="Noto Sans KR"/>
              </a:rPr>
              <a:t>콘셉트 일러스트 · 실제 환자·병원 아님</a:t>
            </a:r>
          </a:p>
        </p:txBody>
      </p:sp>
    </p:spTree>
    <p:extLst>
      <p:ext uri="{BB962C8B-B14F-4D97-AF65-F5344CB8AC3E}">
        <p14:creationId xmlns:p14="http://schemas.microsoft.com/office/powerpoint/2010/main" val="1516219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2026-10-15T02:13:34.0620000Z</dcterms:created>
  <dcterms:modified xsi:type="dcterms:W3CDTF">2026-10-15T02:13:34.0620000Z</dcterms:modified>
</coreProperties>
</file>